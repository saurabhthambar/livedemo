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Boldonse"/>
      <p:regular r:id="rId18"/>
    </p:embeddedFont>
    <p:embeddedFont>
      <p:font typeface="Noto Sans Symbols"/>
      <p:regular r:id="rId19"/>
      <p:bold r:id="rId20"/>
    </p:embeddedFont>
    <p:embeddedFont>
      <p:font typeface="Onest"/>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Symbols-bold.fntdata"/><Relationship Id="rId11" Type="http://schemas.openxmlformats.org/officeDocument/2006/relationships/slide" Target="slides/slide6.xml"/><Relationship Id="rId22" Type="http://schemas.openxmlformats.org/officeDocument/2006/relationships/font" Target="fonts/Onest-bold.fntdata"/><Relationship Id="rId10" Type="http://schemas.openxmlformats.org/officeDocument/2006/relationships/slide" Target="slides/slide5.xml"/><Relationship Id="rId21" Type="http://schemas.openxmlformats.org/officeDocument/2006/relationships/font" Target="fonts/Onest-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otoSansSymbols-regular.fntdata"/><Relationship Id="rId6" Type="http://schemas.openxmlformats.org/officeDocument/2006/relationships/slide" Target="slides/slide1.xml"/><Relationship Id="rId18" Type="http://schemas.openxmlformats.org/officeDocument/2006/relationships/font" Target="fonts/Boldonse-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000000"/>
        </a:solidFill>
      </p:bgPr>
    </p:bg>
    <p:spTree>
      <p:nvGrpSpPr>
        <p:cNvPr id="6" name="Shape 6"/>
        <p:cNvGrpSpPr/>
        <p:nvPr/>
      </p:nvGrpSpPr>
      <p:grpSpPr>
        <a:xfrm>
          <a:off x="0" y="0"/>
          <a:ext cx="0" cy="0"/>
          <a:chOff x="0" y="0"/>
          <a:chExt cx="0" cy="0"/>
        </a:xfrm>
      </p:grpSpPr>
      <p:pic>
        <p:nvPicPr>
          <p:cNvPr id="7" name="Google Shape;7;p2"/>
          <p:cNvPicPr preferRelativeResize="0"/>
          <p:nvPr/>
        </p:nvPicPr>
        <p:blipFill rotWithShape="1">
          <a:blip r:embed="rId2">
            <a:alphaModFix/>
          </a:blip>
          <a:srcRect b="0" l="0" r="0" t="0"/>
          <a:stretch/>
        </p:blipFill>
        <p:spPr>
          <a:xfrm>
            <a:off x="0" y="0"/>
            <a:ext cx="9143640" cy="5143320"/>
          </a:xfrm>
          <a:prstGeom prst="rect">
            <a:avLst/>
          </a:prstGeom>
          <a:noFill/>
          <a:ln>
            <a:noFill/>
          </a:ln>
        </p:spPr>
      </p:pic>
      <p:sp>
        <p:nvSpPr>
          <p:cNvPr id="8" name="Google Shape;8;p2"/>
          <p:cNvSpPr txBox="1"/>
          <p:nvPr>
            <p:ph type="title"/>
          </p:nvPr>
        </p:nvSpPr>
        <p:spPr>
          <a:xfrm>
            <a:off x="506520" y="644760"/>
            <a:ext cx="6323400" cy="22633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ype="blank">
  <p:cSld name="BLANK">
    <p:bg>
      <p:bgPr>
        <a:solidFill>
          <a:srgbClr val="000000"/>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228600" y="399600"/>
            <a:ext cx="3767400" cy="147996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rgbClr val="000000"/>
        </a:solidFill>
      </p:bgPr>
    </p:bg>
    <p:spTree>
      <p:nvGrpSpPr>
        <p:cNvPr id="13" name="Shape 13"/>
        <p:cNvGrpSpPr/>
        <p:nvPr/>
      </p:nvGrpSpPr>
      <p:grpSpPr>
        <a:xfrm>
          <a:off x="0" y="0"/>
          <a:ext cx="0" cy="0"/>
          <a:chOff x="0" y="0"/>
          <a:chExt cx="0" cy="0"/>
        </a:xfrm>
      </p:grpSpPr>
      <p:pic>
        <p:nvPicPr>
          <p:cNvPr id="14" name="Google Shape;14;p4"/>
          <p:cNvPicPr preferRelativeResize="0"/>
          <p:nvPr/>
        </p:nvPicPr>
        <p:blipFill rotWithShape="1">
          <a:blip r:embed="rId2">
            <a:alphaModFix/>
          </a:blip>
          <a:srcRect b="0" l="0" r="0" t="0"/>
          <a:stretch/>
        </p:blipFill>
        <p:spPr>
          <a:xfrm>
            <a:off x="0" y="0"/>
            <a:ext cx="9143640" cy="5143320"/>
          </a:xfrm>
          <a:prstGeom prst="rect">
            <a:avLst/>
          </a:prstGeom>
          <a:noFill/>
          <a:ln>
            <a:noFill/>
          </a:ln>
        </p:spPr>
      </p:pic>
      <p:sp>
        <p:nvSpPr>
          <p:cNvPr id="15" name="Google Shape;15;p4"/>
          <p:cNvSpPr txBox="1"/>
          <p:nvPr>
            <p:ph type="title"/>
          </p:nvPr>
        </p:nvSpPr>
        <p:spPr>
          <a:xfrm>
            <a:off x="228600" y="2178360"/>
            <a:ext cx="4872600" cy="2736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 name="Google Shape;16;p4"/>
          <p:cNvSpPr txBox="1"/>
          <p:nvPr>
            <p:ph idx="2" type="title"/>
          </p:nvPr>
        </p:nvSpPr>
        <p:spPr>
          <a:xfrm>
            <a:off x="7093080" y="228600"/>
            <a:ext cx="1822320" cy="1269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 name="Google Shape;17;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rgbClr val="000000"/>
        </a:solid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4215240" y="228600"/>
            <a:ext cx="4699800" cy="19717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5"/>
          <p:cNvSpPr txBox="1"/>
          <p:nvPr>
            <p:ph idx="1" type="body"/>
          </p:nvPr>
        </p:nvSpPr>
        <p:spPr>
          <a:xfrm>
            <a:off x="4215240" y="2781000"/>
            <a:ext cx="4699800" cy="213336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 name="Google Shape;21;p5"/>
          <p:cNvSpPr txBox="1"/>
          <p:nvPr>
            <p:ph idx="2" type="body"/>
          </p:nvPr>
        </p:nvSpPr>
        <p:spPr>
          <a:xfrm>
            <a:off x="0" y="0"/>
            <a:ext cx="374904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rgbClr val="000000"/>
        </a:solidFill>
      </p:bgPr>
    </p:bg>
    <p:spTree>
      <p:nvGrpSpPr>
        <p:cNvPr id="22" name="Shape 22"/>
        <p:cNvGrpSpPr/>
        <p:nvPr/>
      </p:nvGrpSpPr>
      <p:grpSpPr>
        <a:xfrm>
          <a:off x="0" y="0"/>
          <a:ext cx="0" cy="0"/>
          <a:chOff x="0" y="0"/>
          <a:chExt cx="0" cy="0"/>
        </a:xfrm>
      </p:grpSpPr>
      <p:pic>
        <p:nvPicPr>
          <p:cNvPr id="23" name="Google Shape;23;p6"/>
          <p:cNvPicPr preferRelativeResize="0"/>
          <p:nvPr/>
        </p:nvPicPr>
        <p:blipFill rotWithShape="1">
          <a:blip r:embed="rId2">
            <a:alphaModFix/>
          </a:blip>
          <a:srcRect b="0" l="0" r="0" t="0"/>
          <a:stretch/>
        </p:blipFill>
        <p:spPr>
          <a:xfrm>
            <a:off x="0" y="0"/>
            <a:ext cx="9143640" cy="5143320"/>
          </a:xfrm>
          <a:prstGeom prst="rect">
            <a:avLst/>
          </a:prstGeom>
          <a:noFill/>
          <a:ln>
            <a:noFill/>
          </a:ln>
        </p:spPr>
      </p:pic>
      <p:sp>
        <p:nvSpPr>
          <p:cNvPr id="24" name="Google Shape;24;p6"/>
          <p:cNvSpPr txBox="1"/>
          <p:nvPr>
            <p:ph type="title"/>
          </p:nvPr>
        </p:nvSpPr>
        <p:spPr>
          <a:xfrm>
            <a:off x="228600" y="228600"/>
            <a:ext cx="5089680" cy="1058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 name="Google Shape;25;p6"/>
          <p:cNvSpPr/>
          <p:nvPr/>
        </p:nvSpPr>
        <p:spPr>
          <a:xfrm>
            <a:off x="316080" y="2385000"/>
            <a:ext cx="2938680" cy="55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Onest"/>
                <a:ea typeface="Onest"/>
                <a:cs typeface="Onest"/>
                <a:sym typeface="Onest"/>
              </a:rPr>
              <a:t>CREDITS:</a:t>
            </a:r>
            <a:r>
              <a:rPr b="0" i="0" lang="en-US" sz="1000" u="none" cap="none" strike="noStrike">
                <a:solidFill>
                  <a:schemeClr val="dk1"/>
                </a:solidFill>
                <a:latin typeface="Onest"/>
                <a:ea typeface="Onest"/>
                <a:cs typeface="Onest"/>
                <a:sym typeface="Onest"/>
              </a:rPr>
              <a:t> This presentation template was created by </a:t>
            </a:r>
            <a:r>
              <a:rPr b="1" i="0" lang="en-US" sz="1000" u="sng" cap="none" strike="noStrike">
                <a:solidFill>
                  <a:schemeClr val="hlink"/>
                </a:solidFill>
                <a:latin typeface="Onest"/>
                <a:ea typeface="Onest"/>
                <a:cs typeface="Onest"/>
                <a:sym typeface="Onest"/>
                <a:hlinkClick r:id="rId3"/>
              </a:rPr>
              <a:t>Slidesgo</a:t>
            </a:r>
            <a:r>
              <a:rPr b="0" i="0" lang="en-US" sz="1000" u="none" cap="none" strike="noStrike">
                <a:solidFill>
                  <a:schemeClr val="dk1"/>
                </a:solidFill>
                <a:latin typeface="Onest"/>
                <a:ea typeface="Onest"/>
                <a:cs typeface="Onest"/>
                <a:sym typeface="Onest"/>
              </a:rPr>
              <a:t>, and includes icons, infographics &amp; images by </a:t>
            </a:r>
            <a:r>
              <a:rPr b="1" i="0" lang="en-US" sz="1000" u="sng" cap="none" strike="noStrike">
                <a:solidFill>
                  <a:schemeClr val="hlink"/>
                </a:solidFill>
                <a:latin typeface="Onest"/>
                <a:ea typeface="Onest"/>
                <a:cs typeface="Onest"/>
                <a:sym typeface="Onest"/>
                <a:hlinkClick r:id="rId4"/>
              </a:rPr>
              <a:t>Freepik</a:t>
            </a:r>
            <a:r>
              <a:rPr b="0" i="0" lang="en-US" sz="1000" u="none" cap="none" strike="noStrike">
                <a:solidFill>
                  <a:schemeClr val="dk1"/>
                </a:solidFill>
                <a:latin typeface="Onest"/>
                <a:ea typeface="Onest"/>
                <a:cs typeface="Onest"/>
                <a:sym typeface="Onest"/>
              </a:rPr>
              <a:t> </a:t>
            </a:r>
            <a:endParaRPr b="0" i="0" sz="10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rgbClr val="000000"/>
        </a:solidFill>
      </p:bgPr>
    </p:bg>
    <p:spTree>
      <p:nvGrpSpPr>
        <p:cNvPr id="26" name="Shape 26"/>
        <p:cNvGrpSpPr/>
        <p:nvPr/>
      </p:nvGrpSpPr>
      <p:grpSpPr>
        <a:xfrm>
          <a:off x="0" y="0"/>
          <a:ext cx="0" cy="0"/>
          <a:chOff x="0" y="0"/>
          <a:chExt cx="0" cy="0"/>
        </a:xfrm>
      </p:grpSpPr>
      <p:sp>
        <p:nvSpPr>
          <p:cNvPr id="27" name="Google Shape;27;p7"/>
          <p:cNvSpPr txBox="1"/>
          <p:nvPr>
            <p:ph hasCustomPrompt="1" type="title"/>
          </p:nvPr>
        </p:nvSpPr>
        <p:spPr>
          <a:xfrm>
            <a:off x="1284120" y="1953000"/>
            <a:ext cx="6575760" cy="7992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chemeClr val="accent6"/>
        </a:solidFill>
      </p:bgPr>
    </p:bg>
    <p:spTree>
      <p:nvGrpSpPr>
        <p:cNvPr id="28" name="Shape 2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2_1">
  <p:cSld name="BLANK_1_1_1_1_2_1">
    <p:bg>
      <p:bgPr>
        <a:solidFill>
          <a:srgbClr val="000000"/>
        </a:solidFill>
      </p:bgPr>
    </p:bg>
    <p:spTree>
      <p:nvGrpSpPr>
        <p:cNvPr id="29" name="Shape 29"/>
        <p:cNvGrpSpPr/>
        <p:nvPr/>
      </p:nvGrpSpPr>
      <p:grpSpPr>
        <a:xfrm>
          <a:off x="0" y="0"/>
          <a:ext cx="0" cy="0"/>
          <a:chOff x="0" y="0"/>
          <a:chExt cx="0" cy="0"/>
        </a:xfrm>
      </p:grpSpPr>
      <p:pic>
        <p:nvPicPr>
          <p:cNvPr id="30" name="Google Shape;30;p9"/>
          <p:cNvPicPr preferRelativeResize="0"/>
          <p:nvPr/>
        </p:nvPicPr>
        <p:blipFill rotWithShape="1">
          <a:blip r:embed="rId2">
            <a:alphaModFix/>
          </a:blip>
          <a:srcRect b="0" l="0" r="0" t="0"/>
          <a:stretch/>
        </p:blipFill>
        <p:spPr>
          <a:xfrm>
            <a:off x="0" y="0"/>
            <a:ext cx="9143640" cy="5143320"/>
          </a:xfrm>
          <a:prstGeom prst="rect">
            <a:avLst/>
          </a:prstGeom>
          <a:noFill/>
          <a:ln>
            <a:noFill/>
          </a:ln>
        </p:spPr>
      </p:pic>
      <p:sp>
        <p:nvSpPr>
          <p:cNvPr id="31" name="Google Shape;31;p9"/>
          <p:cNvSpPr txBox="1"/>
          <p:nvPr>
            <p:ph type="title"/>
          </p:nvPr>
        </p:nvSpPr>
        <p:spPr>
          <a:xfrm>
            <a:off x="5774400" y="2185920"/>
            <a:ext cx="2505960" cy="13719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2" name="Google Shape;32;p9"/>
          <p:cNvSpPr txBox="1"/>
          <p:nvPr>
            <p:ph idx="2" type="title"/>
          </p:nvPr>
        </p:nvSpPr>
        <p:spPr>
          <a:xfrm>
            <a:off x="228600" y="196956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 name="Google Shape;33;p9"/>
          <p:cNvSpPr txBox="1"/>
          <p:nvPr>
            <p:ph idx="3" type="title"/>
          </p:nvPr>
        </p:nvSpPr>
        <p:spPr>
          <a:xfrm>
            <a:off x="228600" y="128196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 name="Google Shape;34;p9"/>
          <p:cNvSpPr txBox="1"/>
          <p:nvPr>
            <p:ph idx="4" type="title"/>
          </p:nvPr>
        </p:nvSpPr>
        <p:spPr>
          <a:xfrm>
            <a:off x="228600" y="231336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5" name="Google Shape;35;p9"/>
          <p:cNvSpPr txBox="1"/>
          <p:nvPr>
            <p:ph idx="5" type="title"/>
          </p:nvPr>
        </p:nvSpPr>
        <p:spPr>
          <a:xfrm>
            <a:off x="228600" y="265680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6" name="Google Shape;36;p9"/>
          <p:cNvSpPr txBox="1"/>
          <p:nvPr>
            <p:ph idx="6" type="title"/>
          </p:nvPr>
        </p:nvSpPr>
        <p:spPr>
          <a:xfrm>
            <a:off x="228600" y="93852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 name="Google Shape;37;p9"/>
          <p:cNvSpPr txBox="1"/>
          <p:nvPr>
            <p:ph idx="7" type="title"/>
          </p:nvPr>
        </p:nvSpPr>
        <p:spPr>
          <a:xfrm>
            <a:off x="228600" y="162576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 name="Google Shape;38;p9"/>
          <p:cNvSpPr txBox="1"/>
          <p:nvPr>
            <p:ph idx="8" type="title"/>
          </p:nvPr>
        </p:nvSpPr>
        <p:spPr>
          <a:xfrm>
            <a:off x="228600" y="300060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 name="Google Shape;39;p9"/>
          <p:cNvSpPr txBox="1"/>
          <p:nvPr>
            <p:ph idx="9" type="title"/>
          </p:nvPr>
        </p:nvSpPr>
        <p:spPr>
          <a:xfrm>
            <a:off x="228600" y="595080"/>
            <a:ext cx="585360" cy="310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bg>
      <p:bgPr>
        <a:solidFill>
          <a:srgbClr val="000000"/>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244080" y="228600"/>
            <a:ext cx="867132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2">
  <p:cSld name="TITLE_ONLY_2">
    <p:bg>
      <p:bgPr>
        <a:solidFill>
          <a:srgbClr val="000000"/>
        </a:solidFill>
      </p:bgPr>
    </p:bg>
    <p:spTree>
      <p:nvGrpSpPr>
        <p:cNvPr id="42" name="Shape 42"/>
        <p:cNvGrpSpPr/>
        <p:nvPr/>
      </p:nvGrpSpPr>
      <p:grpSpPr>
        <a:xfrm>
          <a:off x="0" y="0"/>
          <a:ext cx="0" cy="0"/>
          <a:chOff x="0" y="0"/>
          <a:chExt cx="0" cy="0"/>
        </a:xfrm>
      </p:grpSpPr>
      <p:sp>
        <p:nvSpPr>
          <p:cNvPr id="43" name="Google Shape;43;p11"/>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2">
  <p:cSld name="BLANK_1_1_1_2">
    <p:bg>
      <p:bgPr>
        <a:solidFill>
          <a:srgbClr val="000000"/>
        </a:solidFill>
      </p:bgPr>
    </p:bg>
    <p:spTree>
      <p:nvGrpSpPr>
        <p:cNvPr id="44" name="Shape 44"/>
        <p:cNvGrpSpPr/>
        <p:nvPr/>
      </p:nvGrpSpPr>
      <p:grpSpPr>
        <a:xfrm>
          <a:off x="0" y="0"/>
          <a:ext cx="0" cy="0"/>
          <a:chOff x="0" y="0"/>
          <a:chExt cx="0" cy="0"/>
        </a:xfrm>
      </p:grpSpPr>
      <p:sp>
        <p:nvSpPr>
          <p:cNvPr id="45" name="Google Shape;45;p12"/>
          <p:cNvSpPr txBox="1"/>
          <p:nvPr>
            <p:ph type="title"/>
          </p:nvPr>
        </p:nvSpPr>
        <p:spPr>
          <a:xfrm>
            <a:off x="228600" y="685440"/>
            <a:ext cx="8686440" cy="154548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
  <p:cSld name="BLANK_1_1_1_1_1">
    <p:bg>
      <p:bgPr>
        <a:solidFill>
          <a:srgbClr val="000000"/>
        </a:solidFill>
      </p:bgPr>
    </p:bg>
    <p:spTree>
      <p:nvGrpSpPr>
        <p:cNvPr id="46" name="Shape 46"/>
        <p:cNvGrpSpPr/>
        <p:nvPr/>
      </p:nvGrpSpPr>
      <p:grpSpPr>
        <a:xfrm>
          <a:off x="0" y="0"/>
          <a:ext cx="0" cy="0"/>
          <a:chOff x="0" y="0"/>
          <a:chExt cx="0" cy="0"/>
        </a:xfrm>
      </p:grpSpPr>
      <p:sp>
        <p:nvSpPr>
          <p:cNvPr id="47" name="Google Shape;47;p13"/>
          <p:cNvSpPr txBox="1"/>
          <p:nvPr>
            <p:ph type="title"/>
          </p:nvPr>
        </p:nvSpPr>
        <p:spPr>
          <a:xfrm>
            <a:off x="228600" y="4342320"/>
            <a:ext cx="86864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rgbClr val="000000"/>
        </a:solidFill>
      </p:bgPr>
    </p:bg>
    <p:spTree>
      <p:nvGrpSpPr>
        <p:cNvPr id="48" name="Shape 48"/>
        <p:cNvGrpSpPr/>
        <p:nvPr/>
      </p:nvGrpSpPr>
      <p:grpSpPr>
        <a:xfrm>
          <a:off x="0" y="0"/>
          <a:ext cx="0" cy="0"/>
          <a:chOff x="0" y="0"/>
          <a:chExt cx="0" cy="0"/>
        </a:xfrm>
      </p:grpSpPr>
      <p:pic>
        <p:nvPicPr>
          <p:cNvPr id="49" name="Google Shape;49;p14"/>
          <p:cNvPicPr preferRelativeResize="0"/>
          <p:nvPr/>
        </p:nvPicPr>
        <p:blipFill rotWithShape="1">
          <a:blip r:embed="rId2">
            <a:alphaModFix/>
          </a:blip>
          <a:srcRect b="0" l="0" r="0" t="0"/>
          <a:stretch/>
        </p:blipFill>
        <p:spPr>
          <a:xfrm>
            <a:off x="0" y="0"/>
            <a:ext cx="9143640" cy="5143320"/>
          </a:xfrm>
          <a:prstGeom prst="rect">
            <a:avLst/>
          </a:prstGeom>
          <a:noFill/>
          <a:ln>
            <a:noFill/>
          </a:ln>
        </p:spPr>
      </p:pic>
      <p:sp>
        <p:nvSpPr>
          <p:cNvPr id="50" name="Google Shape;50;p14"/>
          <p:cNvSpPr txBox="1"/>
          <p:nvPr>
            <p:ph type="title"/>
          </p:nvPr>
        </p:nvSpPr>
        <p:spPr>
          <a:xfrm>
            <a:off x="2418120" y="2251800"/>
            <a:ext cx="5447520" cy="7545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1" name="Google Shape;51;p14"/>
          <p:cNvSpPr txBox="1"/>
          <p:nvPr>
            <p:ph idx="2" type="title"/>
          </p:nvPr>
        </p:nvSpPr>
        <p:spPr>
          <a:xfrm>
            <a:off x="2418120" y="3592800"/>
            <a:ext cx="5447520" cy="7545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2" name="Google Shape;52;p14"/>
          <p:cNvSpPr txBox="1"/>
          <p:nvPr>
            <p:ph idx="3" type="title"/>
          </p:nvPr>
        </p:nvSpPr>
        <p:spPr>
          <a:xfrm>
            <a:off x="228600" y="228600"/>
            <a:ext cx="86868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
  <p:cSld name="BLANK_1_1_1_1_1_1_1">
    <p:bg>
      <p:bgPr>
        <a:solidFill>
          <a:srgbClr val="000000"/>
        </a:solidFill>
      </p:bgPr>
    </p:bg>
    <p:spTree>
      <p:nvGrpSpPr>
        <p:cNvPr id="53" name="Shape 5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_1">
  <p:cSld name="BLANK_1_1_1_1_1_1_1_1">
    <p:bg>
      <p:bgPr>
        <a:solidFill>
          <a:srgbClr val="000000"/>
        </a:solidFill>
      </p:bgPr>
    </p:bg>
    <p:spTree>
      <p:nvGrpSpPr>
        <p:cNvPr id="54" name="Shape 54"/>
        <p:cNvGrpSpPr/>
        <p:nvPr/>
      </p:nvGrpSpPr>
      <p:grpSpPr>
        <a:xfrm>
          <a:off x="0" y="0"/>
          <a:ext cx="0" cy="0"/>
          <a:chOff x="0" y="0"/>
          <a:chExt cx="0" cy="0"/>
        </a:xfrm>
      </p:grpSpPr>
      <p:pic>
        <p:nvPicPr>
          <p:cNvPr id="55" name="Google Shape;55;p16"/>
          <p:cNvPicPr preferRelativeResize="0"/>
          <p:nvPr/>
        </p:nvPicPr>
        <p:blipFill rotWithShape="1">
          <a:blip r:embed="rId2">
            <a:alphaModFix/>
          </a:blip>
          <a:srcRect b="0" l="0" r="0" t="0"/>
          <a:stretch/>
        </p:blipFill>
        <p:spPr>
          <a:xfrm>
            <a:off x="0" y="0"/>
            <a:ext cx="9143640" cy="514332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rgbClr val="000000"/>
        </a:solidFill>
      </p:bgPr>
    </p:bg>
    <p:spTree>
      <p:nvGrpSpPr>
        <p:cNvPr id="56" name="Shape 56"/>
        <p:cNvGrpSpPr/>
        <p:nvPr/>
      </p:nvGrpSpPr>
      <p:grpSpPr>
        <a:xfrm>
          <a:off x="0" y="0"/>
          <a:ext cx="0" cy="0"/>
          <a:chOff x="0" y="0"/>
          <a:chExt cx="0" cy="0"/>
        </a:xfrm>
      </p:grpSpPr>
      <p:sp>
        <p:nvSpPr>
          <p:cNvPr id="57" name="Google Shape;57;p17"/>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 name="Google Shape;58;p17"/>
          <p:cNvSpPr txBox="1"/>
          <p:nvPr>
            <p:ph idx="1" type="body"/>
          </p:nvPr>
        </p:nvSpPr>
        <p:spPr>
          <a:xfrm>
            <a:off x="720000" y="1152360"/>
            <a:ext cx="7703640" cy="341604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rgbClr val="000000"/>
        </a:solidFill>
      </p:bgPr>
    </p:bg>
    <p:spTree>
      <p:nvGrpSpPr>
        <p:cNvPr id="59" name="Shape 59"/>
        <p:cNvGrpSpPr/>
        <p:nvPr/>
      </p:nvGrpSpPr>
      <p:grpSpPr>
        <a:xfrm>
          <a:off x="0" y="0"/>
          <a:ext cx="0" cy="0"/>
          <a:chOff x="0" y="0"/>
          <a:chExt cx="0" cy="0"/>
        </a:xfrm>
      </p:grpSpPr>
      <p:sp>
        <p:nvSpPr>
          <p:cNvPr id="60" name="Google Shape;60;p18"/>
          <p:cNvSpPr txBox="1"/>
          <p:nvPr>
            <p:ph type="title"/>
          </p:nvPr>
        </p:nvSpPr>
        <p:spPr>
          <a:xfrm>
            <a:off x="228600" y="228600"/>
            <a:ext cx="86864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1" name="Google Shape;61;p18"/>
          <p:cNvSpPr txBox="1"/>
          <p:nvPr>
            <p:ph idx="2" type="title"/>
          </p:nvPr>
        </p:nvSpPr>
        <p:spPr>
          <a:xfrm>
            <a:off x="4721760" y="1960920"/>
            <a:ext cx="732240" cy="457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2" name="Google Shape;62;p18"/>
          <p:cNvSpPr txBox="1"/>
          <p:nvPr>
            <p:ph idx="3" type="title"/>
          </p:nvPr>
        </p:nvSpPr>
        <p:spPr>
          <a:xfrm>
            <a:off x="1413360" y="1960920"/>
            <a:ext cx="732240" cy="457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rgbClr val="000000"/>
        </a:solidFill>
      </p:bgPr>
    </p:bg>
    <p:spTree>
      <p:nvGrpSpPr>
        <p:cNvPr id="63" name="Shape 63"/>
        <p:cNvGrpSpPr/>
        <p:nvPr/>
      </p:nvGrpSpPr>
      <p:grpSpPr>
        <a:xfrm>
          <a:off x="0" y="0"/>
          <a:ext cx="0" cy="0"/>
          <a:chOff x="0" y="0"/>
          <a:chExt cx="0" cy="0"/>
        </a:xfrm>
      </p:grpSpPr>
      <p:sp>
        <p:nvSpPr>
          <p:cNvPr id="64" name="Google Shape;64;p19"/>
          <p:cNvSpPr txBox="1"/>
          <p:nvPr>
            <p:ph type="title"/>
          </p:nvPr>
        </p:nvSpPr>
        <p:spPr>
          <a:xfrm>
            <a:off x="228600" y="228600"/>
            <a:ext cx="86864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rgbClr val="000000"/>
        </a:solidFill>
      </p:bgPr>
    </p:bg>
    <p:spTree>
      <p:nvGrpSpPr>
        <p:cNvPr id="65" name="Shape 65"/>
        <p:cNvGrpSpPr/>
        <p:nvPr/>
      </p:nvGrpSpPr>
      <p:grpSpPr>
        <a:xfrm>
          <a:off x="0" y="0"/>
          <a:ext cx="0" cy="0"/>
          <a:chOff x="0" y="0"/>
          <a:chExt cx="0" cy="0"/>
        </a:xfrm>
      </p:grpSpPr>
      <p:sp>
        <p:nvSpPr>
          <p:cNvPr id="66" name="Google Shape;66;p20"/>
          <p:cNvSpPr txBox="1"/>
          <p:nvPr>
            <p:ph type="title"/>
          </p:nvPr>
        </p:nvSpPr>
        <p:spPr>
          <a:xfrm>
            <a:off x="228600" y="228600"/>
            <a:ext cx="3998160" cy="1445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7" name="Google Shape;67;p20"/>
          <p:cNvSpPr txBox="1"/>
          <p:nvPr>
            <p:ph idx="1" type="body"/>
          </p:nvPr>
        </p:nvSpPr>
        <p:spPr>
          <a:xfrm>
            <a:off x="1609560" y="2066040"/>
            <a:ext cx="3823920" cy="253224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8" name="Google Shape;68;p20"/>
          <p:cNvSpPr txBox="1"/>
          <p:nvPr>
            <p:ph idx="2" type="body"/>
          </p:nvPr>
        </p:nvSpPr>
        <p:spPr>
          <a:xfrm>
            <a:off x="5715720" y="0"/>
            <a:ext cx="342792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rgbClr val="000000"/>
        </a:solidFill>
      </p:bgPr>
    </p:bg>
    <p:spTree>
      <p:nvGrpSpPr>
        <p:cNvPr id="69" name="Shape 69"/>
        <p:cNvGrpSpPr/>
        <p:nvPr/>
      </p:nvGrpSpPr>
      <p:grpSpPr>
        <a:xfrm>
          <a:off x="0" y="0"/>
          <a:ext cx="0" cy="0"/>
          <a:chOff x="0" y="0"/>
          <a:chExt cx="0" cy="0"/>
        </a:xfrm>
      </p:grpSpPr>
      <p:sp>
        <p:nvSpPr>
          <p:cNvPr id="70" name="Google Shape;70;p21"/>
          <p:cNvSpPr txBox="1"/>
          <p:nvPr>
            <p:ph type="title"/>
          </p:nvPr>
        </p:nvSpPr>
        <p:spPr>
          <a:xfrm>
            <a:off x="1388160" y="1307160"/>
            <a:ext cx="6367320" cy="25290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rgbClr val="000000"/>
        </a:solidFill>
      </p:bgPr>
    </p:bg>
    <p:spTree>
      <p:nvGrpSpPr>
        <p:cNvPr id="71" name="Shape 71"/>
        <p:cNvGrpSpPr/>
        <p:nvPr/>
      </p:nvGrpSpPr>
      <p:grpSpPr>
        <a:xfrm>
          <a:off x="0" y="0"/>
          <a:ext cx="0" cy="0"/>
          <a:chOff x="0" y="0"/>
          <a:chExt cx="0" cy="0"/>
        </a:xfrm>
      </p:grpSpPr>
      <p:sp>
        <p:nvSpPr>
          <p:cNvPr id="72" name="Google Shape;72;p22"/>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rgbClr val="000000"/>
        </a:solidFill>
      </p:bgPr>
    </p:bg>
    <p:spTree>
      <p:nvGrpSpPr>
        <p:cNvPr id="73" name="Shape 73"/>
        <p:cNvGrpSpPr/>
        <p:nvPr/>
      </p:nvGrpSpPr>
      <p:grpSpPr>
        <a:xfrm>
          <a:off x="0" y="0"/>
          <a:ext cx="0" cy="0"/>
          <a:chOff x="0" y="0"/>
          <a:chExt cx="0" cy="0"/>
        </a:xfrm>
      </p:grpSpPr>
      <p:sp>
        <p:nvSpPr>
          <p:cNvPr id="74" name="Google Shape;74;p23"/>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stStyle>
          <a:p/>
        </p:txBody>
      </p:sp>
      <p:sp>
        <p:nvSpPr>
          <p:cNvPr id="75" name="Google Shape;75;p23"/>
          <p:cNvSpPr txBox="1"/>
          <p:nvPr>
            <p:ph type="title"/>
          </p:nvPr>
        </p:nvSpPr>
        <p:spPr>
          <a:xfrm>
            <a:off x="5793120" y="3633120"/>
            <a:ext cx="3121920" cy="12812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light-2" type="blank">
  <p:cSld name="BLANK">
    <p:bg>
      <p:bgPr>
        <a:solidFill>
          <a:schemeClr val="dk1"/>
        </a:solidFill>
      </p:bgPr>
    </p:bg>
    <p:spTree>
      <p:nvGrpSpPr>
        <p:cNvPr id="77" name="Shape 77"/>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_1">
  <p:cSld name="CUSTOM_2_1">
    <p:bg>
      <p:bgPr>
        <a:solidFill>
          <a:schemeClr val="dk1"/>
        </a:solidFill>
      </p:bgPr>
    </p:bg>
    <p:spTree>
      <p:nvGrpSpPr>
        <p:cNvPr id="78" name="Shape 78"/>
        <p:cNvGrpSpPr/>
        <p:nvPr/>
      </p:nvGrpSpPr>
      <p:grpSpPr>
        <a:xfrm>
          <a:off x="0" y="0"/>
          <a:ext cx="0" cy="0"/>
          <a:chOff x="0" y="0"/>
          <a:chExt cx="0" cy="0"/>
        </a:xfrm>
      </p:grpSpPr>
      <p:sp>
        <p:nvSpPr>
          <p:cNvPr id="79" name="Google Shape;79;p26"/>
          <p:cNvSpPr/>
          <p:nvPr/>
        </p:nvSpPr>
        <p:spPr>
          <a:xfrm>
            <a:off x="0" y="-10440"/>
            <a:ext cx="9143640" cy="1180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 name="Google Shape;80;p26"/>
          <p:cNvSpPr txBox="1"/>
          <p:nvPr>
            <p:ph type="title"/>
          </p:nvPr>
        </p:nvSpPr>
        <p:spPr>
          <a:xfrm>
            <a:off x="713160" y="539640"/>
            <a:ext cx="7717320" cy="4820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_1_1">
  <p:cSld name="CUSTOM_2_1_1">
    <p:bg>
      <p:bgPr>
        <a:solidFill>
          <a:schemeClr val="dk1"/>
        </a:solidFill>
      </p:bgPr>
    </p:bg>
    <p:spTree>
      <p:nvGrpSpPr>
        <p:cNvPr id="81" name="Shape 81"/>
        <p:cNvGrpSpPr/>
        <p:nvPr/>
      </p:nvGrpSpPr>
      <p:grpSpPr>
        <a:xfrm>
          <a:off x="0" y="0"/>
          <a:ext cx="0" cy="0"/>
          <a:chOff x="0" y="0"/>
          <a:chExt cx="0" cy="0"/>
        </a:xfrm>
      </p:grpSpPr>
      <p:sp>
        <p:nvSpPr>
          <p:cNvPr id="82" name="Google Shape;82;p27"/>
          <p:cNvSpPr/>
          <p:nvPr/>
        </p:nvSpPr>
        <p:spPr>
          <a:xfrm>
            <a:off x="0" y="-10440"/>
            <a:ext cx="9143640" cy="1180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 name="Google Shape;83;p27"/>
          <p:cNvSpPr txBox="1"/>
          <p:nvPr>
            <p:ph type="title"/>
          </p:nvPr>
        </p:nvSpPr>
        <p:spPr>
          <a:xfrm>
            <a:off x="728640" y="539640"/>
            <a:ext cx="3347280" cy="4820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4" name="Google Shape;84;p27"/>
          <p:cNvSpPr txBox="1"/>
          <p:nvPr>
            <p:ph idx="2" type="title"/>
          </p:nvPr>
        </p:nvSpPr>
        <p:spPr>
          <a:xfrm>
            <a:off x="4977720" y="539640"/>
            <a:ext cx="3458160" cy="4820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8"/>
          <p:cNvSpPr txBox="1"/>
          <p:nvPr>
            <p:ph type="title"/>
          </p:nvPr>
        </p:nvSpPr>
        <p:spPr>
          <a:xfrm>
            <a:off x="504720" y="647640"/>
            <a:ext cx="6324120" cy="2266560"/>
          </a:xfrm>
          <a:prstGeom prst="rect">
            <a:avLst/>
          </a:prstGeom>
          <a:noFill/>
          <a:ln>
            <a:noFill/>
          </a:ln>
        </p:spPr>
        <p:txBody>
          <a:bodyPr anchorCtr="0" anchor="b" bIns="91425" lIns="91425" spcFirstLastPara="1" rIns="91425" wrap="square" tIns="91425">
            <a:normAutofit/>
          </a:bodyPr>
          <a:lstStyle/>
          <a:p>
            <a:pPr indent="0" lvl="0" marL="0" rtl="0" algn="l">
              <a:lnSpc>
                <a:spcPct val="115000"/>
              </a:lnSpc>
              <a:spcBef>
                <a:spcPts val="0"/>
              </a:spcBef>
              <a:spcAft>
                <a:spcPts val="0"/>
              </a:spcAft>
              <a:buClr>
                <a:schemeClr val="dk1"/>
              </a:buClr>
              <a:buSzPts val="4500"/>
              <a:buFont typeface="Boldonse"/>
              <a:buNone/>
            </a:pPr>
            <a:r>
              <a:rPr b="0" lang="en-US" sz="4400" u="none" strike="noStrike">
                <a:solidFill>
                  <a:schemeClr val="dk1"/>
                </a:solidFill>
                <a:latin typeface="Boldonse"/>
                <a:ea typeface="Boldonse"/>
                <a:cs typeface="Boldonse"/>
                <a:sym typeface="Boldonse"/>
              </a:rPr>
              <a:t>Chess</a:t>
            </a:r>
            <a:endParaRPr sz="4400">
              <a:solidFill>
                <a:schemeClr val="dk1"/>
              </a:solidFill>
              <a:latin typeface="Boldonse"/>
              <a:ea typeface="Boldonse"/>
              <a:cs typeface="Boldonse"/>
              <a:sym typeface="Boldonse"/>
            </a:endParaRPr>
          </a:p>
          <a:p>
            <a:pPr indent="0" lvl="0" marL="0" rtl="0" algn="l">
              <a:lnSpc>
                <a:spcPct val="115000"/>
              </a:lnSpc>
              <a:spcBef>
                <a:spcPts val="0"/>
              </a:spcBef>
              <a:spcAft>
                <a:spcPts val="0"/>
              </a:spcAft>
              <a:buClr>
                <a:schemeClr val="dk1"/>
              </a:buClr>
              <a:buSzPts val="4500"/>
              <a:buFont typeface="Boldonse"/>
              <a:buNone/>
            </a:pPr>
            <a:r>
              <a:rPr lang="en-US" sz="4400">
                <a:solidFill>
                  <a:schemeClr val="dk1"/>
                </a:solidFill>
                <a:latin typeface="Boldonse"/>
                <a:ea typeface="Boldonse"/>
                <a:cs typeface="Boldonse"/>
                <a:sym typeface="Boldonse"/>
              </a:rPr>
              <a:t>The Game of India</a:t>
            </a:r>
            <a:endParaRPr sz="4400">
              <a:solidFill>
                <a:schemeClr val="dk1"/>
              </a:solidFill>
              <a:latin typeface="Boldonse"/>
              <a:ea typeface="Boldonse"/>
              <a:cs typeface="Boldonse"/>
              <a:sym typeface="Boldonse"/>
            </a:endParaRPr>
          </a:p>
        </p:txBody>
      </p:sp>
      <p:sp>
        <p:nvSpPr>
          <p:cNvPr id="90" name="Google Shape;90;p28"/>
          <p:cNvSpPr txBox="1"/>
          <p:nvPr>
            <p:ph idx="1" type="subTitle"/>
          </p:nvPr>
        </p:nvSpPr>
        <p:spPr>
          <a:xfrm>
            <a:off x="5124600" y="3133800"/>
            <a:ext cx="3533400" cy="1495080"/>
          </a:xfrm>
          <a:prstGeom prst="rect">
            <a:avLst/>
          </a:prstGeom>
          <a:noFill/>
          <a:ln>
            <a:noFill/>
          </a:ln>
        </p:spPr>
        <p:txBody>
          <a:bodyPr anchorCtr="0" anchor="b"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Onest"/>
              <a:buNone/>
            </a:pPr>
            <a:r>
              <a:rPr b="0" i="0" lang="en-US" sz="1600" u="none" cap="none" strike="noStrike">
                <a:solidFill>
                  <a:schemeClr val="dk1"/>
                </a:solidFill>
                <a:latin typeface="Onest"/>
                <a:ea typeface="Onest"/>
                <a:cs typeface="Onest"/>
                <a:sym typeface="Onest"/>
              </a:rPr>
              <a:t>MCA </a:t>
            </a:r>
            <a:r>
              <a:rPr lang="en-US" sz="1600">
                <a:solidFill>
                  <a:schemeClr val="dk1"/>
                </a:solidFill>
                <a:latin typeface="Onest"/>
                <a:ea typeface="Onest"/>
                <a:cs typeface="Onest"/>
                <a:sym typeface="Onest"/>
              </a:rPr>
              <a:t>Mini </a:t>
            </a:r>
            <a:r>
              <a:rPr b="0" i="0" lang="en-US" sz="1600" u="none" cap="none" strike="noStrike">
                <a:solidFill>
                  <a:schemeClr val="dk1"/>
                </a:solidFill>
                <a:latin typeface="Onest"/>
                <a:ea typeface="Onest"/>
                <a:cs typeface="Onest"/>
                <a:sym typeface="Onest"/>
              </a:rPr>
              <a:t>Project Overview</a:t>
            </a:r>
            <a:endParaRPr b="0" i="0" sz="1600" u="none" cap="none" strike="noStrike">
              <a:solidFill>
                <a:schemeClr val="dk1"/>
              </a:solidFill>
              <a:latin typeface="Onest"/>
              <a:ea typeface="Onest"/>
              <a:cs typeface="Onest"/>
              <a:sym typeface="Onest"/>
            </a:endParaRPr>
          </a:p>
          <a:p>
            <a:pPr indent="0" lvl="0" marL="0" marR="0" rtl="0" algn="r">
              <a:lnSpc>
                <a:spcPct val="100000"/>
              </a:lnSpc>
              <a:spcBef>
                <a:spcPts val="0"/>
              </a:spcBef>
              <a:spcAft>
                <a:spcPts val="0"/>
              </a:spcAft>
              <a:buClr>
                <a:schemeClr val="dk1"/>
              </a:buClr>
              <a:buSzPts val="1600"/>
              <a:buFont typeface="Onest"/>
              <a:buNone/>
            </a:pPr>
            <a:r>
              <a:rPr lang="en-US" sz="1600">
                <a:solidFill>
                  <a:schemeClr val="dk1"/>
                </a:solidFill>
                <a:latin typeface="Onest"/>
                <a:ea typeface="Onest"/>
                <a:cs typeface="Onest"/>
                <a:sym typeface="Onest"/>
              </a:rPr>
              <a:t>Saurabh 24763</a:t>
            </a:r>
            <a:endParaRPr sz="1600">
              <a:solidFill>
                <a:schemeClr val="dk1"/>
              </a:solidFill>
              <a:latin typeface="Onest"/>
              <a:ea typeface="Onest"/>
              <a:cs typeface="Onest"/>
              <a:sym typeface="Onest"/>
            </a:endParaRPr>
          </a:p>
          <a:p>
            <a:pPr indent="0" lvl="0" marL="0" marR="0" rtl="0" algn="r">
              <a:lnSpc>
                <a:spcPct val="100000"/>
              </a:lnSpc>
              <a:spcBef>
                <a:spcPts val="0"/>
              </a:spcBef>
              <a:spcAft>
                <a:spcPts val="0"/>
              </a:spcAft>
              <a:buClr>
                <a:schemeClr val="dk1"/>
              </a:buClr>
              <a:buSzPts val="1600"/>
              <a:buFont typeface="Onest"/>
              <a:buNone/>
            </a:pPr>
            <a:r>
              <a:rPr lang="en-US" sz="1600">
                <a:solidFill>
                  <a:schemeClr val="dk1"/>
                </a:solidFill>
                <a:latin typeface="Onest"/>
                <a:ea typeface="Onest"/>
                <a:cs typeface="Onest"/>
                <a:sym typeface="Onest"/>
              </a:rPr>
              <a:t>KNIT Sultanpur 2025-26</a:t>
            </a:r>
            <a:endParaRPr sz="1600">
              <a:solidFill>
                <a:schemeClr val="dk1"/>
              </a:solidFill>
              <a:latin typeface="Onest"/>
              <a:ea typeface="Onest"/>
              <a:cs typeface="Onest"/>
              <a:sym typeface="Ones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9"/>
          <p:cNvSpPr txBox="1"/>
          <p:nvPr>
            <p:ph type="title"/>
          </p:nvPr>
        </p:nvSpPr>
        <p:spPr>
          <a:xfrm>
            <a:off x="228600" y="2181240"/>
            <a:ext cx="4876560" cy="2733480"/>
          </a:xfrm>
          <a:prstGeom prst="rect">
            <a:avLst/>
          </a:prstGeom>
          <a:noFill/>
          <a:ln>
            <a:noFill/>
          </a:ln>
        </p:spPr>
        <p:txBody>
          <a:bodyPr anchorCtr="0" anchor="b" bIns="91425" lIns="91425" spcFirstLastPara="1" rIns="91425" wrap="square" tIns="91425">
            <a:normAutofit/>
          </a:bodyPr>
          <a:lstStyle/>
          <a:p>
            <a:pPr indent="0" lvl="0" marL="0" rtl="0" algn="just">
              <a:lnSpc>
                <a:spcPct val="115000"/>
              </a:lnSpc>
              <a:spcBef>
                <a:spcPts val="0"/>
              </a:spcBef>
              <a:spcAft>
                <a:spcPts val="0"/>
              </a:spcAft>
              <a:buClr>
                <a:schemeClr val="dk1"/>
              </a:buClr>
              <a:buSzPts val="4000"/>
              <a:buFont typeface="Boldonse"/>
              <a:buNone/>
            </a:pPr>
            <a:r>
              <a:rPr b="0" lang="en-US" sz="4000" u="none" strike="noStrike">
                <a:solidFill>
                  <a:schemeClr val="dk1"/>
                </a:solidFill>
                <a:latin typeface="Boldonse"/>
                <a:ea typeface="Boldonse"/>
                <a:cs typeface="Boldonse"/>
                <a:sym typeface="Boldonse"/>
              </a:rPr>
              <a:t>Project Introduction</a:t>
            </a:r>
            <a:endParaRPr b="0" sz="4000" u="none" strike="noStrike">
              <a:solidFill>
                <a:schemeClr val="dk1"/>
              </a:solidFill>
              <a:latin typeface="Arial"/>
              <a:ea typeface="Arial"/>
              <a:cs typeface="Arial"/>
              <a:sym typeface="Arial"/>
            </a:endParaRPr>
          </a:p>
        </p:txBody>
      </p:sp>
      <p:sp>
        <p:nvSpPr>
          <p:cNvPr id="96" name="Google Shape;96;p29"/>
          <p:cNvSpPr txBox="1"/>
          <p:nvPr>
            <p:ph type="title"/>
          </p:nvPr>
        </p:nvSpPr>
        <p:spPr>
          <a:xfrm>
            <a:off x="7095960" y="228600"/>
            <a:ext cx="1819080" cy="126648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chemeClr val="dk1"/>
              </a:buClr>
              <a:buSzPts val="6000"/>
              <a:buFont typeface="Calibri"/>
              <a:buNone/>
            </a:pPr>
            <a:r>
              <a:rPr b="0" lang="en-US" sz="6000" u="none" strike="noStrike">
                <a:solidFill>
                  <a:schemeClr val="dk1"/>
                </a:solidFill>
                <a:latin typeface="Calibri"/>
                <a:ea typeface="Calibri"/>
                <a:cs typeface="Calibri"/>
                <a:sym typeface="Calibri"/>
              </a:rPr>
              <a:t>01</a:t>
            </a:r>
            <a:endParaRPr b="0" sz="6000" u="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0"/>
          <p:cNvSpPr txBox="1"/>
          <p:nvPr>
            <p:ph type="title"/>
          </p:nvPr>
        </p:nvSpPr>
        <p:spPr>
          <a:xfrm>
            <a:off x="228600" y="399960"/>
            <a:ext cx="3771720" cy="1476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4000"/>
              <a:buFont typeface="Boldonse"/>
              <a:buNone/>
            </a:pPr>
            <a:r>
              <a:rPr b="0" lang="en-US" sz="3600" u="none" strike="noStrike">
                <a:solidFill>
                  <a:schemeClr val="dk1"/>
                </a:solidFill>
                <a:latin typeface="Boldonse"/>
                <a:ea typeface="Boldonse"/>
                <a:cs typeface="Boldonse"/>
                <a:sym typeface="Boldonse"/>
              </a:rPr>
              <a:t>Introduction</a:t>
            </a:r>
            <a:endParaRPr b="0" sz="3600" u="none" strike="noStrike">
              <a:solidFill>
                <a:schemeClr val="dk1"/>
              </a:solidFill>
              <a:latin typeface="Arial"/>
              <a:ea typeface="Arial"/>
              <a:cs typeface="Arial"/>
              <a:sym typeface="Arial"/>
            </a:endParaRPr>
          </a:p>
        </p:txBody>
      </p:sp>
      <p:sp>
        <p:nvSpPr>
          <p:cNvPr id="102" name="Google Shape;102;p30"/>
          <p:cNvSpPr txBox="1"/>
          <p:nvPr>
            <p:ph idx="1" type="subTitle"/>
          </p:nvPr>
        </p:nvSpPr>
        <p:spPr>
          <a:xfrm>
            <a:off x="4438800" y="228600"/>
            <a:ext cx="4476240" cy="34002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This project presents a </a:t>
            </a:r>
            <a:r>
              <a:rPr b="1" i="0" lang="en-US" sz="1200" u="none" cap="none" strike="noStrike">
                <a:solidFill>
                  <a:schemeClr val="dk1"/>
                </a:solidFill>
                <a:latin typeface="Onest"/>
                <a:ea typeface="Onest"/>
                <a:cs typeface="Onest"/>
                <a:sym typeface="Onest"/>
              </a:rPr>
              <a:t>browser-based interactive chess game</a:t>
            </a:r>
            <a:r>
              <a:rPr b="0" i="0" lang="en-US" sz="1200" u="none" cap="none" strike="noStrike">
                <a:solidFill>
                  <a:schemeClr val="dk1"/>
                </a:solidFill>
                <a:latin typeface="Onest"/>
                <a:ea typeface="Onest"/>
                <a:cs typeface="Onest"/>
                <a:sym typeface="Onest"/>
              </a:rPr>
              <a:t> built with HTML, CSS, and JavaScript. It focuses on delivering a </a:t>
            </a:r>
            <a:r>
              <a:rPr b="1" i="0" lang="en-US" sz="1200" u="none" cap="none" strike="noStrike">
                <a:solidFill>
                  <a:schemeClr val="dk1"/>
                </a:solidFill>
                <a:latin typeface="Onest"/>
                <a:ea typeface="Onest"/>
                <a:cs typeface="Onest"/>
                <a:sym typeface="Onest"/>
              </a:rPr>
              <a:t>clean, simple, and accurate UI</a:t>
            </a:r>
            <a:r>
              <a:rPr b="0" i="0" lang="en-US" sz="1200" u="none" cap="none" strike="noStrike">
                <a:solidFill>
                  <a:schemeClr val="dk1"/>
                </a:solidFill>
                <a:latin typeface="Onest"/>
                <a:ea typeface="Onest"/>
                <a:cs typeface="Onest"/>
                <a:sym typeface="Onest"/>
              </a:rPr>
              <a:t> that is responsive across devices. The game emphasizes logical correctness and ease of use, making it an ideal tool for both beginners and enthusiasts to enjoy classic chess seamlessly.</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1"/>
          <p:cNvSpPr txBox="1"/>
          <p:nvPr>
            <p:ph type="title"/>
          </p:nvPr>
        </p:nvSpPr>
        <p:spPr>
          <a:xfrm>
            <a:off x="228600" y="399960"/>
            <a:ext cx="3771720" cy="1476000"/>
          </a:xfrm>
          <a:prstGeom prst="rect">
            <a:avLst/>
          </a:prstGeom>
          <a:noFill/>
          <a:ln>
            <a:noFill/>
          </a:ln>
        </p:spPr>
        <p:txBody>
          <a:bodyPr anchorCtr="0" anchor="t" bIns="91425" lIns="91425" spcFirstLastPara="1" rIns="91425" wrap="square" tIns="91425">
            <a:normAutofit lnSpcReduction="9999"/>
          </a:bodyPr>
          <a:lstStyle/>
          <a:p>
            <a:pPr indent="0" lvl="0" marL="0" rtl="0" algn="just">
              <a:lnSpc>
                <a:spcPct val="115000"/>
              </a:lnSpc>
              <a:spcBef>
                <a:spcPts val="0"/>
              </a:spcBef>
              <a:spcAft>
                <a:spcPts val="0"/>
              </a:spcAft>
              <a:buClr>
                <a:schemeClr val="dk1"/>
              </a:buClr>
              <a:buSzPts val="4000"/>
              <a:buFont typeface="Boldonse"/>
              <a:buNone/>
            </a:pPr>
            <a:r>
              <a:rPr b="0" lang="en-US" sz="4000" u="none" strike="noStrike">
                <a:solidFill>
                  <a:schemeClr val="dk1"/>
                </a:solidFill>
                <a:latin typeface="Boldonse"/>
                <a:ea typeface="Boldonse"/>
                <a:cs typeface="Boldonse"/>
                <a:sym typeface="Boldonse"/>
              </a:rPr>
              <a:t>Project summary and goals</a:t>
            </a:r>
            <a:endParaRPr b="0" sz="4000" u="none" strike="noStrike">
              <a:solidFill>
                <a:schemeClr val="dk1"/>
              </a:solidFill>
              <a:latin typeface="Arial"/>
              <a:ea typeface="Arial"/>
              <a:cs typeface="Arial"/>
              <a:sym typeface="Arial"/>
            </a:endParaRPr>
          </a:p>
        </p:txBody>
      </p:sp>
      <p:sp>
        <p:nvSpPr>
          <p:cNvPr id="108" name="Google Shape;108;p31"/>
          <p:cNvSpPr txBox="1"/>
          <p:nvPr>
            <p:ph idx="1" type="subTitle"/>
          </p:nvPr>
        </p:nvSpPr>
        <p:spPr>
          <a:xfrm>
            <a:off x="4438800" y="228600"/>
            <a:ext cx="4476240" cy="34002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The project aims to create a fully functional chess game with an </a:t>
            </a:r>
            <a:r>
              <a:rPr b="1" i="0" lang="en-US" sz="1200" u="none" cap="none" strike="noStrike">
                <a:solidFill>
                  <a:schemeClr val="dk1"/>
                </a:solidFill>
                <a:latin typeface="Onest"/>
                <a:ea typeface="Onest"/>
                <a:cs typeface="Onest"/>
                <a:sym typeface="Onest"/>
              </a:rPr>
              <a:t>8×8 dynamic board</a:t>
            </a:r>
            <a:r>
              <a:rPr b="0" i="0" lang="en-US" sz="1200" u="none" cap="none" strike="noStrike">
                <a:solidFill>
                  <a:schemeClr val="dk1"/>
                </a:solidFill>
                <a:latin typeface="Onest"/>
                <a:ea typeface="Onest"/>
                <a:cs typeface="Onest"/>
                <a:sym typeface="Onest"/>
              </a:rPr>
              <a:t> supporting all standard chess rules. Key goals include providing a </a:t>
            </a:r>
            <a:r>
              <a:rPr b="1" i="0" lang="en-US" sz="1200" u="none" cap="none" strike="noStrike">
                <a:solidFill>
                  <a:schemeClr val="dk1"/>
                </a:solidFill>
                <a:latin typeface="Onest"/>
                <a:ea typeface="Onest"/>
                <a:cs typeface="Onest"/>
                <a:sym typeface="Onest"/>
              </a:rPr>
              <a:t>modern, responsive UI</a:t>
            </a:r>
            <a:r>
              <a:rPr b="0" i="0" lang="en-US" sz="1200" u="none" cap="none" strike="noStrike">
                <a:solidFill>
                  <a:schemeClr val="dk1"/>
                </a:solidFill>
                <a:latin typeface="Onest"/>
                <a:ea typeface="Onest"/>
                <a:cs typeface="Onest"/>
                <a:sym typeface="Onest"/>
              </a:rPr>
              <a:t>, smooth interaction for players, and visual cues like move highlighting and valid move selection to enhance user experience and accessibility.</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32"/>
          <p:cNvPicPr preferRelativeResize="0"/>
          <p:nvPr/>
        </p:nvPicPr>
        <p:blipFill rotWithShape="1">
          <a:blip r:embed="rId3">
            <a:alphaModFix/>
          </a:blip>
          <a:srcRect b="4272" l="0" r="0" t="4272"/>
          <a:stretch/>
        </p:blipFill>
        <p:spPr>
          <a:xfrm>
            <a:off x="0" y="0"/>
            <a:ext cx="3749040" cy="5143320"/>
          </a:xfrm>
          <a:prstGeom prst="rect">
            <a:avLst/>
          </a:prstGeom>
          <a:noFill/>
          <a:ln>
            <a:noFill/>
          </a:ln>
        </p:spPr>
      </p:pic>
      <p:sp>
        <p:nvSpPr>
          <p:cNvPr id="114" name="Google Shape;114;p32"/>
          <p:cNvSpPr txBox="1"/>
          <p:nvPr>
            <p:ph type="title"/>
          </p:nvPr>
        </p:nvSpPr>
        <p:spPr>
          <a:xfrm>
            <a:off x="4219560" y="228600"/>
            <a:ext cx="4695480" cy="197136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2600"/>
              <a:buFont typeface="Boldonse"/>
              <a:buNone/>
            </a:pPr>
            <a:r>
              <a:rPr b="0" lang="en-US" sz="2600" u="none" strike="noStrike">
                <a:solidFill>
                  <a:schemeClr val="dk1"/>
                </a:solidFill>
                <a:latin typeface="Boldonse"/>
                <a:ea typeface="Boldonse"/>
                <a:cs typeface="Boldonse"/>
                <a:sym typeface="Boldonse"/>
              </a:rPr>
              <a:t>Technology stack: HTML, CSS, JavaScript</a:t>
            </a:r>
            <a:endParaRPr b="0" sz="2600" u="none" strike="noStrike">
              <a:solidFill>
                <a:schemeClr val="dk1"/>
              </a:solidFill>
              <a:latin typeface="Arial"/>
              <a:ea typeface="Arial"/>
              <a:cs typeface="Arial"/>
              <a:sym typeface="Arial"/>
            </a:endParaRPr>
          </a:p>
        </p:txBody>
      </p:sp>
      <p:sp>
        <p:nvSpPr>
          <p:cNvPr id="115" name="Google Shape;115;p32"/>
          <p:cNvSpPr txBox="1"/>
          <p:nvPr>
            <p:ph idx="1" type="body"/>
          </p:nvPr>
        </p:nvSpPr>
        <p:spPr>
          <a:xfrm>
            <a:off x="4219560" y="2781360"/>
            <a:ext cx="4695480" cy="2133360"/>
          </a:xfrm>
          <a:prstGeom prst="rect">
            <a:avLst/>
          </a:prstGeom>
          <a:noFill/>
          <a:ln>
            <a:noFill/>
          </a:ln>
        </p:spPr>
        <p:txBody>
          <a:bodyPr anchorCtr="0" anchor="b"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400"/>
              <a:buFont typeface="Onest"/>
              <a:buNone/>
            </a:pPr>
            <a:r>
              <a:rPr b="0" i="0" lang="en-US" sz="1400" u="none" cap="none" strike="noStrike">
                <a:solidFill>
                  <a:schemeClr val="dk1"/>
                </a:solidFill>
                <a:latin typeface="Onest"/>
                <a:ea typeface="Onest"/>
                <a:cs typeface="Onest"/>
                <a:sym typeface="Onest"/>
              </a:rPr>
              <a:t>The system is built entirely on front-end technologies: </a:t>
            </a:r>
            <a:r>
              <a:rPr b="1" i="0" lang="en-US" sz="1400" u="none" cap="none" strike="noStrike">
                <a:solidFill>
                  <a:schemeClr val="dk1"/>
                </a:solidFill>
                <a:latin typeface="Onest"/>
                <a:ea typeface="Onest"/>
                <a:cs typeface="Onest"/>
                <a:sym typeface="Onest"/>
              </a:rPr>
              <a:t>HTML and CSS</a:t>
            </a:r>
            <a:r>
              <a:rPr b="0" i="0" lang="en-US" sz="1400" u="none" cap="none" strike="noStrike">
                <a:solidFill>
                  <a:schemeClr val="dk1"/>
                </a:solidFill>
                <a:latin typeface="Onest"/>
                <a:ea typeface="Onest"/>
                <a:cs typeface="Onest"/>
                <a:sym typeface="Onest"/>
              </a:rPr>
              <a:t> craft the grid-based chessboard and layout, while </a:t>
            </a:r>
            <a:r>
              <a:rPr b="1" i="0" lang="en-US" sz="1400" u="none" cap="none" strike="noStrike">
                <a:solidFill>
                  <a:schemeClr val="dk1"/>
                </a:solidFill>
                <a:latin typeface="Onest"/>
                <a:ea typeface="Onest"/>
                <a:cs typeface="Onest"/>
                <a:sym typeface="Onest"/>
              </a:rPr>
              <a:t>JavaScript handles move validation, game logic, and real-time interactivity</a:t>
            </a:r>
            <a:r>
              <a:rPr b="0" i="0" lang="en-US" sz="1400" u="none" cap="none" strike="noStrike">
                <a:solidFill>
                  <a:schemeClr val="dk1"/>
                </a:solidFill>
                <a:latin typeface="Onest"/>
                <a:ea typeface="Onest"/>
                <a:cs typeface="Onest"/>
                <a:sym typeface="Onest"/>
              </a:rPr>
              <a:t>. This client-side setup ensures a lightweight, offline-friendly application requiring no backend infrastructure.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3"/>
          <p:cNvSpPr txBox="1"/>
          <p:nvPr>
            <p:ph type="title"/>
          </p:nvPr>
        </p:nvSpPr>
        <p:spPr>
          <a:xfrm>
            <a:off x="228600" y="399960"/>
            <a:ext cx="3771720" cy="1476000"/>
          </a:xfrm>
          <a:prstGeom prst="rect">
            <a:avLst/>
          </a:prstGeom>
          <a:noFill/>
          <a:ln>
            <a:noFill/>
          </a:ln>
        </p:spPr>
        <p:txBody>
          <a:bodyPr anchorCtr="0" anchor="t" bIns="91425" lIns="91425" spcFirstLastPara="1" rIns="91425" wrap="square" tIns="91425">
            <a:normAutofit fontScale="70000"/>
          </a:bodyPr>
          <a:lstStyle/>
          <a:p>
            <a:pPr indent="0" lvl="0" marL="0" rtl="0" algn="l">
              <a:lnSpc>
                <a:spcPct val="115000"/>
              </a:lnSpc>
              <a:spcBef>
                <a:spcPts val="0"/>
              </a:spcBef>
              <a:spcAft>
                <a:spcPts val="0"/>
              </a:spcAft>
              <a:buClr>
                <a:schemeClr val="dk1"/>
              </a:buClr>
              <a:buSzPct val="100000"/>
              <a:buFont typeface="Boldonse"/>
              <a:buNone/>
            </a:pPr>
            <a:r>
              <a:rPr b="0" lang="en-US" sz="4000" u="none" strike="noStrike">
                <a:solidFill>
                  <a:schemeClr val="dk1"/>
                </a:solidFill>
                <a:latin typeface="Boldonse"/>
                <a:ea typeface="Boldonse"/>
                <a:cs typeface="Boldonse"/>
                <a:sym typeface="Boldonse"/>
              </a:rPr>
              <a:t>Design principles: simplicity and logic accuracy</a:t>
            </a:r>
            <a:endParaRPr b="0" sz="4000" u="none" strike="noStrike">
              <a:solidFill>
                <a:schemeClr val="dk1"/>
              </a:solidFill>
              <a:latin typeface="Arial"/>
              <a:ea typeface="Arial"/>
              <a:cs typeface="Arial"/>
              <a:sym typeface="Arial"/>
            </a:endParaRPr>
          </a:p>
        </p:txBody>
      </p:sp>
      <p:sp>
        <p:nvSpPr>
          <p:cNvPr id="121" name="Google Shape;121;p33"/>
          <p:cNvSpPr txBox="1"/>
          <p:nvPr>
            <p:ph idx="1" type="subTitle"/>
          </p:nvPr>
        </p:nvSpPr>
        <p:spPr>
          <a:xfrm>
            <a:off x="4438800" y="228600"/>
            <a:ext cx="4476240" cy="34002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The design emphasizes a </a:t>
            </a:r>
            <a:r>
              <a:rPr b="1" i="0" lang="en-US" sz="1200" u="none" cap="none" strike="noStrike">
                <a:solidFill>
                  <a:schemeClr val="dk1"/>
                </a:solidFill>
                <a:latin typeface="Onest"/>
                <a:ea typeface="Onest"/>
                <a:cs typeface="Onest"/>
                <a:sym typeface="Onest"/>
              </a:rPr>
              <a:t>minimalist and elegant interface</a:t>
            </a:r>
            <a:r>
              <a:rPr b="0" i="0" lang="en-US" sz="1200" u="none" cap="none" strike="noStrike">
                <a:solidFill>
                  <a:schemeClr val="dk1"/>
                </a:solidFill>
                <a:latin typeface="Onest"/>
                <a:ea typeface="Onest"/>
                <a:cs typeface="Onest"/>
                <a:sym typeface="Onest"/>
              </a:rPr>
              <a:t> to enhance user engagement. Key priorities include maintaining </a:t>
            </a:r>
            <a:r>
              <a:rPr b="1" i="0" lang="en-US" sz="1200" u="none" cap="none" strike="noStrike">
                <a:solidFill>
                  <a:schemeClr val="dk1"/>
                </a:solidFill>
                <a:latin typeface="Onest"/>
                <a:ea typeface="Onest"/>
                <a:cs typeface="Onest"/>
                <a:sym typeface="Onest"/>
              </a:rPr>
              <a:t>logical accuracy</a:t>
            </a:r>
            <a:r>
              <a:rPr b="0" i="0" lang="en-US" sz="1200" u="none" cap="none" strike="noStrike">
                <a:solidFill>
                  <a:schemeClr val="dk1"/>
                </a:solidFill>
                <a:latin typeface="Onest"/>
                <a:ea typeface="Onest"/>
                <a:cs typeface="Onest"/>
                <a:sym typeface="Onest"/>
              </a:rPr>
              <a:t> in game rules and moves, ensuring clarity through </a:t>
            </a:r>
            <a:r>
              <a:rPr b="0" i="1" lang="en-US" sz="1200" u="none" cap="none" strike="noStrike">
                <a:solidFill>
                  <a:schemeClr val="dk1"/>
                </a:solidFill>
                <a:latin typeface="Onest"/>
                <a:ea typeface="Onest"/>
                <a:cs typeface="Onest"/>
                <a:sym typeface="Onest"/>
              </a:rPr>
              <a:t>clean UI elements</a:t>
            </a:r>
            <a:r>
              <a:rPr b="0" i="0" lang="en-US" sz="1200" u="none" cap="none" strike="noStrike">
                <a:solidFill>
                  <a:schemeClr val="dk1"/>
                </a:solidFill>
                <a:latin typeface="Onest"/>
                <a:ea typeface="Onest"/>
                <a:cs typeface="Onest"/>
                <a:sym typeface="Onest"/>
              </a:rPr>
              <a:t>, and fostering smooth, intuitive interactions. This approach supports learning while providing a polished experience for all players, from beginners to advanced users.</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4"/>
          <p:cNvSpPr txBox="1"/>
          <p:nvPr>
            <p:ph type="title"/>
          </p:nvPr>
        </p:nvSpPr>
        <p:spPr>
          <a:xfrm>
            <a:off x="228600" y="2181240"/>
            <a:ext cx="4876560" cy="273348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100000"/>
              <a:buFont typeface="Boldonse"/>
              <a:buNone/>
            </a:pPr>
            <a:r>
              <a:rPr b="0" lang="en-US" sz="4000" u="none" strike="noStrike">
                <a:solidFill>
                  <a:schemeClr val="dk1"/>
                </a:solidFill>
                <a:latin typeface="Boldonse"/>
                <a:ea typeface="Boldonse"/>
                <a:cs typeface="Boldonse"/>
                <a:sym typeface="Boldonse"/>
              </a:rPr>
              <a:t>System Design and Implementation</a:t>
            </a:r>
            <a:endParaRPr b="0" sz="4000" u="none" strike="noStrike">
              <a:solidFill>
                <a:schemeClr val="dk1"/>
              </a:solidFill>
              <a:latin typeface="Arial"/>
              <a:ea typeface="Arial"/>
              <a:cs typeface="Arial"/>
              <a:sym typeface="Arial"/>
            </a:endParaRPr>
          </a:p>
        </p:txBody>
      </p:sp>
      <p:sp>
        <p:nvSpPr>
          <p:cNvPr id="127" name="Google Shape;127;p34"/>
          <p:cNvSpPr txBox="1"/>
          <p:nvPr>
            <p:ph type="title"/>
          </p:nvPr>
        </p:nvSpPr>
        <p:spPr>
          <a:xfrm>
            <a:off x="7095960" y="228600"/>
            <a:ext cx="1819080" cy="126648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chemeClr val="dk1"/>
              </a:buClr>
              <a:buSzPts val="6000"/>
              <a:buFont typeface="Calibri"/>
              <a:buNone/>
            </a:pPr>
            <a:r>
              <a:rPr b="0" lang="en-US" sz="6000" u="none" strike="noStrike">
                <a:solidFill>
                  <a:schemeClr val="dk1"/>
                </a:solidFill>
                <a:latin typeface="Calibri"/>
                <a:ea typeface="Calibri"/>
                <a:cs typeface="Calibri"/>
                <a:sym typeface="Calibri"/>
              </a:rPr>
              <a:t>02</a:t>
            </a:r>
            <a:endParaRPr b="0" sz="6000" u="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35"/>
          <p:cNvPicPr preferRelativeResize="0"/>
          <p:nvPr/>
        </p:nvPicPr>
        <p:blipFill rotWithShape="1">
          <a:blip r:embed="rId3">
            <a:alphaModFix/>
          </a:blip>
          <a:srcRect b="4272" l="0" r="0" t="4272"/>
          <a:stretch/>
        </p:blipFill>
        <p:spPr>
          <a:xfrm>
            <a:off x="0" y="0"/>
            <a:ext cx="3749040" cy="5143320"/>
          </a:xfrm>
          <a:prstGeom prst="rect">
            <a:avLst/>
          </a:prstGeom>
          <a:noFill/>
          <a:ln>
            <a:noFill/>
          </a:ln>
        </p:spPr>
      </p:pic>
      <p:sp>
        <p:nvSpPr>
          <p:cNvPr id="133" name="Google Shape;133;p35"/>
          <p:cNvSpPr txBox="1"/>
          <p:nvPr>
            <p:ph type="title"/>
          </p:nvPr>
        </p:nvSpPr>
        <p:spPr>
          <a:xfrm>
            <a:off x="4219560" y="228600"/>
            <a:ext cx="4695480" cy="197136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2600"/>
              <a:buFont typeface="Boldonse"/>
              <a:buNone/>
            </a:pPr>
            <a:r>
              <a:rPr b="0" lang="en-US" sz="2600" u="none" strike="noStrike">
                <a:solidFill>
                  <a:schemeClr val="dk1"/>
                </a:solidFill>
                <a:latin typeface="Boldonse"/>
                <a:ea typeface="Boldonse"/>
                <a:cs typeface="Boldonse"/>
                <a:sym typeface="Boldonse"/>
              </a:rPr>
              <a:t>Chessboard features and move validation</a:t>
            </a:r>
            <a:endParaRPr b="0" sz="2600" u="none" strike="noStrike">
              <a:solidFill>
                <a:schemeClr val="dk1"/>
              </a:solidFill>
              <a:latin typeface="Arial"/>
              <a:ea typeface="Arial"/>
              <a:cs typeface="Arial"/>
              <a:sym typeface="Arial"/>
            </a:endParaRPr>
          </a:p>
        </p:txBody>
      </p:sp>
      <p:sp>
        <p:nvSpPr>
          <p:cNvPr id="134" name="Google Shape;134;p35"/>
          <p:cNvSpPr txBox="1"/>
          <p:nvPr>
            <p:ph idx="1" type="body"/>
          </p:nvPr>
        </p:nvSpPr>
        <p:spPr>
          <a:xfrm>
            <a:off x="4219560" y="2781360"/>
            <a:ext cx="4695480" cy="2133360"/>
          </a:xfrm>
          <a:prstGeom prst="rect">
            <a:avLst/>
          </a:prstGeom>
          <a:noFill/>
          <a:ln>
            <a:noFill/>
          </a:ln>
        </p:spPr>
        <p:txBody>
          <a:bodyPr anchorCtr="0" anchor="b"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400"/>
              <a:buFont typeface="Onest"/>
              <a:buNone/>
            </a:pPr>
            <a:r>
              <a:rPr b="0" i="0" lang="en-US" sz="1400" u="none" cap="none" strike="noStrike">
                <a:solidFill>
                  <a:schemeClr val="dk1"/>
                </a:solidFill>
                <a:latin typeface="Onest"/>
                <a:ea typeface="Onest"/>
                <a:cs typeface="Onest"/>
                <a:sym typeface="Onest"/>
              </a:rPr>
              <a:t>The chessboard features a dynamic </a:t>
            </a:r>
            <a:r>
              <a:rPr b="1" i="0" lang="en-US" sz="1400" u="none" cap="none" strike="noStrike">
                <a:solidFill>
                  <a:schemeClr val="dk1"/>
                </a:solidFill>
                <a:latin typeface="Onest"/>
                <a:ea typeface="Onest"/>
                <a:cs typeface="Onest"/>
                <a:sym typeface="Onest"/>
              </a:rPr>
              <a:t>8×8 grid</a:t>
            </a:r>
            <a:r>
              <a:rPr b="0" i="0" lang="en-US" sz="1400" u="none" cap="none" strike="noStrike">
                <a:solidFill>
                  <a:schemeClr val="dk1"/>
                </a:solidFill>
                <a:latin typeface="Onest"/>
                <a:ea typeface="Onest"/>
                <a:cs typeface="Onest"/>
                <a:sym typeface="Onest"/>
              </a:rPr>
              <a:t> rendered via CSS Grid, providing a responsive and visually clear layout. The system implements </a:t>
            </a:r>
            <a:r>
              <a:rPr b="1" i="0" lang="en-US" sz="1400" u="none" cap="none" strike="noStrike">
                <a:solidFill>
                  <a:schemeClr val="dk1"/>
                </a:solidFill>
                <a:latin typeface="Onest"/>
                <a:ea typeface="Onest"/>
                <a:cs typeface="Onest"/>
                <a:sym typeface="Onest"/>
              </a:rPr>
              <a:t>real-time move validation</a:t>
            </a:r>
            <a:r>
              <a:rPr b="0" i="0" lang="en-US" sz="1400" u="none" cap="none" strike="noStrike">
                <a:solidFill>
                  <a:schemeClr val="dk1"/>
                </a:solidFill>
                <a:latin typeface="Onest"/>
                <a:ea typeface="Onest"/>
                <a:cs typeface="Onest"/>
                <a:sym typeface="Onest"/>
              </a:rPr>
              <a:t> using JavaScript, enforcing official chess rules including special moves like castling and pawn promotion. Visual highlights indicate valid moves to assist player decisions and improve gameplay clarity.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6"/>
          <p:cNvSpPr txBox="1"/>
          <p:nvPr>
            <p:ph type="title"/>
          </p:nvPr>
        </p:nvSpPr>
        <p:spPr>
          <a:xfrm>
            <a:off x="228600" y="399960"/>
            <a:ext cx="3771720" cy="14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3600"/>
              <a:buFont typeface="Boldonse"/>
              <a:buNone/>
            </a:pPr>
            <a:r>
              <a:rPr b="0" lang="en-US" sz="3500" u="none" strike="noStrike">
                <a:solidFill>
                  <a:schemeClr val="dk1"/>
                </a:solidFill>
                <a:latin typeface="Boldonse"/>
                <a:ea typeface="Boldonse"/>
                <a:cs typeface="Boldonse"/>
                <a:sym typeface="Boldonse"/>
              </a:rPr>
              <a:t>System architecture and modules</a:t>
            </a:r>
            <a:endParaRPr b="0" sz="3500" u="none" strike="noStrike">
              <a:solidFill>
                <a:schemeClr val="dk1"/>
              </a:solidFill>
              <a:latin typeface="Arial"/>
              <a:ea typeface="Arial"/>
              <a:cs typeface="Arial"/>
              <a:sym typeface="Arial"/>
            </a:endParaRPr>
          </a:p>
        </p:txBody>
      </p:sp>
      <p:sp>
        <p:nvSpPr>
          <p:cNvPr id="140" name="Google Shape;140;p36"/>
          <p:cNvSpPr txBox="1"/>
          <p:nvPr>
            <p:ph idx="1" type="subTitle"/>
          </p:nvPr>
        </p:nvSpPr>
        <p:spPr>
          <a:xfrm>
            <a:off x="4438800" y="228600"/>
            <a:ext cx="4476240" cy="34002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The architecture is modular, consisting of clear components: Player Input, Move Validator, Board Renderer, Turn Manager, Capture Logic, and Special Moves Engine. Each module operates independently yet integrates seamlessly to ensure reliable move processing and game flow management, offering a robust, maintainable structure optimized for performance.</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7"/>
          <p:cNvSpPr txBox="1"/>
          <p:nvPr>
            <p:ph type="title"/>
          </p:nvPr>
        </p:nvSpPr>
        <p:spPr>
          <a:xfrm>
            <a:off x="228600" y="399960"/>
            <a:ext cx="3771720" cy="1476000"/>
          </a:xfrm>
          <a:prstGeom prst="rect">
            <a:avLst/>
          </a:prstGeom>
          <a:noFill/>
          <a:ln>
            <a:noFill/>
          </a:ln>
        </p:spPr>
        <p:txBody>
          <a:bodyPr anchorCtr="0" anchor="t" bIns="91425" lIns="91425" spcFirstLastPara="1" rIns="91425" wrap="square" tIns="91425">
            <a:normAutofit lnSpcReduction="9999"/>
          </a:bodyPr>
          <a:lstStyle/>
          <a:p>
            <a:pPr indent="0" lvl="0" marL="0" rtl="0" algn="just">
              <a:lnSpc>
                <a:spcPct val="115000"/>
              </a:lnSpc>
              <a:spcBef>
                <a:spcPts val="0"/>
              </a:spcBef>
              <a:spcAft>
                <a:spcPts val="0"/>
              </a:spcAft>
              <a:buClr>
                <a:schemeClr val="dk1"/>
              </a:buClr>
              <a:buSzPts val="4000"/>
              <a:buFont typeface="Boldonse"/>
              <a:buNone/>
            </a:pPr>
            <a:r>
              <a:rPr b="0" lang="en-US" sz="4000" u="none" strike="noStrike">
                <a:solidFill>
                  <a:schemeClr val="dk1"/>
                </a:solidFill>
                <a:latin typeface="Boldonse"/>
                <a:ea typeface="Boldonse"/>
                <a:cs typeface="Boldonse"/>
                <a:sym typeface="Boldonse"/>
              </a:rPr>
              <a:t>Tools, testing, and results overview</a:t>
            </a:r>
            <a:endParaRPr b="0" sz="4000" u="none" strike="noStrike">
              <a:solidFill>
                <a:schemeClr val="dk1"/>
              </a:solidFill>
              <a:latin typeface="Arial"/>
              <a:ea typeface="Arial"/>
              <a:cs typeface="Arial"/>
              <a:sym typeface="Arial"/>
            </a:endParaRPr>
          </a:p>
        </p:txBody>
      </p:sp>
      <p:sp>
        <p:nvSpPr>
          <p:cNvPr id="146" name="Google Shape;146;p37"/>
          <p:cNvSpPr txBox="1"/>
          <p:nvPr>
            <p:ph idx="1" type="subTitle"/>
          </p:nvPr>
        </p:nvSpPr>
        <p:spPr>
          <a:xfrm>
            <a:off x="4438800" y="228600"/>
            <a:ext cx="4476240" cy="34002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Development utilized </a:t>
            </a:r>
            <a:r>
              <a:rPr b="1" i="0" lang="en-US" sz="1200" u="none" cap="none" strike="noStrike">
                <a:solidFill>
                  <a:schemeClr val="dk1"/>
                </a:solidFill>
                <a:latin typeface="Onest"/>
                <a:ea typeface="Onest"/>
                <a:cs typeface="Onest"/>
                <a:sym typeface="Onest"/>
              </a:rPr>
              <a:t>Visual Studio Code</a:t>
            </a:r>
            <a:r>
              <a:rPr b="0" i="0" lang="en-US" sz="1200" u="none" cap="none" strike="noStrike">
                <a:solidFill>
                  <a:schemeClr val="dk1"/>
                </a:solidFill>
                <a:latin typeface="Onest"/>
                <a:ea typeface="Onest"/>
                <a:cs typeface="Onest"/>
                <a:sym typeface="Onest"/>
              </a:rPr>
              <a:t>, Git for version control, and PNG chess assets for visuals. The game underwent </a:t>
            </a:r>
            <a:r>
              <a:rPr b="1" i="0" lang="en-US" sz="1200" u="none" cap="none" strike="noStrike">
                <a:solidFill>
                  <a:schemeClr val="dk1"/>
                </a:solidFill>
                <a:latin typeface="Onest"/>
                <a:ea typeface="Onest"/>
                <a:cs typeface="Onest"/>
                <a:sym typeface="Onest"/>
              </a:rPr>
              <a:t>component-wise testing, cross-browser compatibility checks, and mobile responsiveness validation</a:t>
            </a:r>
            <a:r>
              <a:rPr b="0" i="0" lang="en-US" sz="1200" u="none" cap="none" strike="noStrike">
                <a:solidFill>
                  <a:schemeClr val="dk1"/>
                </a:solidFill>
                <a:latin typeface="Onest"/>
                <a:ea typeface="Onest"/>
                <a:cs typeface="Onest"/>
                <a:sym typeface="Onest"/>
              </a:rPr>
              <a:t> across Windows, macOS, and Linux platforms. The final output delivers a stable, responsive chess game with smooth interactions and accurate rule enforcement.</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8"/>
          <p:cNvSpPr txBox="1"/>
          <p:nvPr>
            <p:ph type="title"/>
          </p:nvPr>
        </p:nvSpPr>
        <p:spPr>
          <a:xfrm>
            <a:off x="228600" y="399960"/>
            <a:ext cx="3771720" cy="14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4000"/>
              <a:buFont typeface="Boldonse"/>
              <a:buNone/>
            </a:pPr>
            <a:r>
              <a:rPr b="0" lang="en-US" sz="3500" u="none" strike="noStrike">
                <a:solidFill>
                  <a:schemeClr val="dk1"/>
                </a:solidFill>
                <a:latin typeface="Boldonse"/>
                <a:ea typeface="Boldonse"/>
                <a:cs typeface="Boldonse"/>
                <a:sym typeface="Boldonse"/>
              </a:rPr>
              <a:t>Conclusions</a:t>
            </a:r>
            <a:endParaRPr b="0" sz="3500" u="none" strike="noStrike">
              <a:solidFill>
                <a:schemeClr val="dk1"/>
              </a:solidFill>
              <a:latin typeface="Arial"/>
              <a:ea typeface="Arial"/>
              <a:cs typeface="Arial"/>
              <a:sym typeface="Arial"/>
            </a:endParaRPr>
          </a:p>
        </p:txBody>
      </p:sp>
      <p:sp>
        <p:nvSpPr>
          <p:cNvPr id="152" name="Google Shape;152;p38"/>
          <p:cNvSpPr txBox="1"/>
          <p:nvPr>
            <p:ph idx="1" type="subTitle"/>
          </p:nvPr>
        </p:nvSpPr>
        <p:spPr>
          <a:xfrm>
            <a:off x="4438800" y="228600"/>
            <a:ext cx="4476240" cy="34002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The project successfully delivers a </a:t>
            </a:r>
            <a:r>
              <a:rPr b="1" i="0" lang="en-US" sz="1200" u="none" cap="none" strike="noStrike">
                <a:solidFill>
                  <a:schemeClr val="dk1"/>
                </a:solidFill>
                <a:latin typeface="Onest"/>
                <a:ea typeface="Onest"/>
                <a:cs typeface="Onest"/>
                <a:sym typeface="Onest"/>
              </a:rPr>
              <a:t>lightweight, responsive chess game</a:t>
            </a:r>
            <a:r>
              <a:rPr b="0" i="0" lang="en-US" sz="1200" u="none" cap="none" strike="noStrike">
                <a:solidFill>
                  <a:schemeClr val="dk1"/>
                </a:solidFill>
                <a:latin typeface="Onest"/>
                <a:ea typeface="Onest"/>
                <a:cs typeface="Onest"/>
                <a:sym typeface="Onest"/>
              </a:rPr>
              <a:t> with comprehensive rule implementation and an intuitive UI. Its fully client-side design enables offline play without performance loss. The clean, modular system provides a solid foundation for future enhancements such as AI integration or multiplayer functionality, fulfilling both educational and recreational goals effectively.</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9"/>
          <p:cNvSpPr txBox="1"/>
          <p:nvPr>
            <p:ph type="title"/>
          </p:nvPr>
        </p:nvSpPr>
        <p:spPr>
          <a:xfrm>
            <a:off x="228600" y="228240"/>
            <a:ext cx="5086080" cy="1057320"/>
          </a:xfrm>
          <a:prstGeom prst="rect">
            <a:avLst/>
          </a:prstGeom>
          <a:noFill/>
          <a:ln>
            <a:noFill/>
          </a:ln>
        </p:spPr>
        <p:txBody>
          <a:bodyPr anchorCtr="0" anchor="b" bIns="91425" lIns="91425" spcFirstLastPara="1" rIns="91425" wrap="square" tIns="91425">
            <a:spAutoFit/>
          </a:bodyPr>
          <a:lstStyle/>
          <a:p>
            <a:pPr indent="0" lvl="0" marL="0" rtl="0" algn="l">
              <a:lnSpc>
                <a:spcPct val="100000"/>
              </a:lnSpc>
              <a:spcBef>
                <a:spcPts val="0"/>
              </a:spcBef>
              <a:spcAft>
                <a:spcPts val="0"/>
              </a:spcAft>
              <a:buClr>
                <a:schemeClr val="dk1"/>
              </a:buClr>
              <a:buSzPts val="4000"/>
              <a:buFont typeface="Boldonse"/>
              <a:buNone/>
            </a:pPr>
            <a:r>
              <a:rPr b="0" lang="en-US" sz="4000" u="none" strike="noStrike">
                <a:solidFill>
                  <a:schemeClr val="dk1"/>
                </a:solidFill>
                <a:latin typeface="Boldonse"/>
                <a:ea typeface="Boldonse"/>
                <a:cs typeface="Boldonse"/>
                <a:sym typeface="Boldonse"/>
              </a:rPr>
              <a:t>THANK YOU</a:t>
            </a:r>
            <a:endParaRPr b="0" sz="4000" u="none" strike="noStrike">
              <a:solidFill>
                <a:schemeClr val="dk1"/>
              </a:solidFill>
              <a:latin typeface="Arial"/>
              <a:ea typeface="Arial"/>
              <a:cs typeface="Arial"/>
              <a:sym typeface="Arial"/>
            </a:endParaRPr>
          </a:p>
        </p:txBody>
      </p:sp>
      <p:sp>
        <p:nvSpPr>
          <p:cNvPr id="158" name="Google Shape;158;p39"/>
          <p:cNvSpPr txBox="1"/>
          <p:nvPr>
            <p:ph idx="1" type="subTitle"/>
          </p:nvPr>
        </p:nvSpPr>
        <p:spPr>
          <a:xfrm>
            <a:off x="228600" y="1152360"/>
            <a:ext cx="4447800" cy="108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Onest"/>
              <a:buNone/>
            </a:pPr>
            <a:r>
              <a:rPr b="1" i="0" lang="en-US" sz="1400" u="none" cap="none" strike="noStrike">
                <a:solidFill>
                  <a:schemeClr val="dk1"/>
                </a:solidFill>
                <a:latin typeface="Onest"/>
                <a:ea typeface="Onest"/>
                <a:cs typeface="Onest"/>
                <a:sym typeface="Onest"/>
              </a:rPr>
              <a:t>Do you have any questions?</a:t>
            </a:r>
            <a:endParaRPr b="0" i="0" sz="1400" u="none" cap="none" strike="noStrike">
              <a:solidFill>
                <a:srgbClr val="FFFFFF"/>
              </a:solidFill>
              <a:latin typeface="Noto Sans Symbols"/>
              <a:ea typeface="Noto Sans Symbols"/>
              <a:cs typeface="Noto Sans Symbols"/>
              <a:sym typeface="Noto Sans Symbols"/>
            </a:endParaRPr>
          </a:p>
          <a:p>
            <a:pPr indent="0" lvl="0" marL="0" marR="0" rtl="0" algn="l">
              <a:lnSpc>
                <a:spcPct val="100000"/>
              </a:lnSpc>
              <a:spcBef>
                <a:spcPts val="1001"/>
              </a:spcBef>
              <a:spcAft>
                <a:spcPts val="0"/>
              </a:spcAft>
              <a:buClr>
                <a:schemeClr val="dk1"/>
              </a:buClr>
              <a:buSzPts val="1200"/>
              <a:buFont typeface="Onest"/>
              <a:buNone/>
            </a:pPr>
            <a:r>
              <a:rPr lang="en-US" sz="1200">
                <a:solidFill>
                  <a:schemeClr val="dk1"/>
                </a:solidFill>
                <a:latin typeface="Onest"/>
                <a:ea typeface="Onest"/>
                <a:cs typeface="Onest"/>
                <a:sym typeface="Onest"/>
              </a:rPr>
              <a:t>saurabhbaghel1207@gmail.com</a:t>
            </a:r>
            <a:endParaRPr b="0" i="0" sz="1200" u="none" cap="none" strike="noStrike">
              <a:solidFill>
                <a:srgbClr val="FFFFFF"/>
              </a:solidFill>
              <a:latin typeface="Noto Sans Symbols"/>
              <a:ea typeface="Noto Sans Symbols"/>
              <a:cs typeface="Noto Sans Symbols"/>
              <a:sym typeface="Noto Sans Symbols"/>
            </a:endParaRPr>
          </a:p>
          <a:p>
            <a:pPr indent="0" lvl="0" marL="0" marR="0" rtl="0" algn="l">
              <a:lnSpc>
                <a:spcPct val="100000"/>
              </a:lnSpc>
              <a:spcBef>
                <a:spcPts val="0"/>
              </a:spcBef>
              <a:spcAft>
                <a:spcPts val="0"/>
              </a:spcAft>
              <a:buClr>
                <a:schemeClr val="dk1"/>
              </a:buClr>
              <a:buSzPts val="1200"/>
              <a:buFont typeface="Onest"/>
              <a:buNone/>
            </a:pPr>
            <a:r>
              <a:rPr b="0" i="0" lang="en-US" sz="1200" u="none" cap="none" strike="noStrike">
                <a:solidFill>
                  <a:schemeClr val="dk1"/>
                </a:solidFill>
                <a:latin typeface="Onest"/>
                <a:ea typeface="Onest"/>
                <a:cs typeface="Onest"/>
                <a:sym typeface="Onest"/>
              </a:rPr>
              <a:t>+</a:t>
            </a:r>
            <a:r>
              <a:rPr lang="en-US" sz="1200">
                <a:solidFill>
                  <a:schemeClr val="dk1"/>
                </a:solidFill>
                <a:latin typeface="Onest"/>
                <a:ea typeface="Onest"/>
                <a:cs typeface="Onest"/>
                <a:sym typeface="Onest"/>
              </a:rPr>
              <a:t>91 9876543210</a:t>
            </a:r>
            <a:endParaRPr b="0" i="0" sz="1200" u="none" cap="none" strike="noStrike">
              <a:solidFill>
                <a:srgbClr val="FFFFFF"/>
              </a:solidFill>
              <a:latin typeface="Noto Sans Symbols"/>
              <a:ea typeface="Noto Sans Symbols"/>
              <a:cs typeface="Noto Sans Symbols"/>
              <a:sym typeface="Noto Sans Symbols"/>
            </a:endParaRPr>
          </a:p>
          <a:p>
            <a:pPr indent="0" lvl="0" marL="0" marR="0" rtl="0" algn="l">
              <a:lnSpc>
                <a:spcPct val="100000"/>
              </a:lnSpc>
              <a:spcBef>
                <a:spcPts val="0"/>
              </a:spcBef>
              <a:spcAft>
                <a:spcPts val="0"/>
              </a:spcAft>
              <a:buClr>
                <a:schemeClr val="dk1"/>
              </a:buClr>
              <a:buSzPts val="1200"/>
              <a:buFont typeface="Onest"/>
              <a:buNone/>
            </a:pPr>
            <a:r>
              <a:t/>
            </a:r>
            <a:endParaRPr b="0" i="0" sz="1200" u="none" cap="none" strike="noStrike">
              <a:solidFill>
                <a:srgbClr val="FFFFFF"/>
              </a:solidFill>
              <a:latin typeface="Noto Sans Symbols"/>
              <a:ea typeface="Noto Sans Symbols"/>
              <a:cs typeface="Noto Sans Symbols"/>
              <a:sym typeface="Noto Sans Symbols"/>
            </a:endParaRPr>
          </a:p>
        </p:txBody>
      </p:sp>
      <p:grpSp>
        <p:nvGrpSpPr>
          <p:cNvPr id="159" name="Google Shape;159;p39"/>
          <p:cNvGrpSpPr/>
          <p:nvPr/>
        </p:nvGrpSpPr>
        <p:grpSpPr>
          <a:xfrm>
            <a:off x="4452120" y="4638960"/>
            <a:ext cx="275760" cy="275760"/>
            <a:chOff x="4452120" y="4638960"/>
            <a:chExt cx="275760" cy="275760"/>
          </a:xfrm>
        </p:grpSpPr>
        <p:sp>
          <p:nvSpPr>
            <p:cNvPr id="160" name="Google Shape;160;p39"/>
            <p:cNvSpPr/>
            <p:nvPr/>
          </p:nvSpPr>
          <p:spPr>
            <a:xfrm>
              <a:off x="4452120" y="4638960"/>
              <a:ext cx="275760" cy="275760"/>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1" name="Google Shape;161;p39"/>
            <p:cNvSpPr/>
            <p:nvPr/>
          </p:nvSpPr>
          <p:spPr>
            <a:xfrm>
              <a:off x="4516560" y="4704480"/>
              <a:ext cx="146880" cy="144000"/>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1"/>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2" name="Google Shape;162;p39"/>
            <p:cNvSpPr/>
            <p:nvPr/>
          </p:nvSpPr>
          <p:spPr>
            <a:xfrm>
              <a:off x="4646160" y="4674240"/>
              <a:ext cx="37440" cy="3708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1"/>
            </a:solidFill>
            <a:ln>
              <a:noFill/>
            </a:ln>
          </p:spPr>
          <p:txBody>
            <a:bodyPr anchorCtr="0" anchor="ctr" bIns="18700" lIns="91425" spcFirstLastPara="1" rIns="91425" wrap="square" tIns="18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63" name="Google Shape;163;p39"/>
          <p:cNvGrpSpPr/>
          <p:nvPr/>
        </p:nvGrpSpPr>
        <p:grpSpPr>
          <a:xfrm>
            <a:off x="4992120" y="4657680"/>
            <a:ext cx="266040" cy="237960"/>
            <a:chOff x="4992120" y="4657680"/>
            <a:chExt cx="266040" cy="237960"/>
          </a:xfrm>
        </p:grpSpPr>
        <p:sp>
          <p:nvSpPr>
            <p:cNvPr id="164" name="Google Shape;164;p39"/>
            <p:cNvSpPr/>
            <p:nvPr/>
          </p:nvSpPr>
          <p:spPr>
            <a:xfrm>
              <a:off x="5001120" y="4741560"/>
              <a:ext cx="60840" cy="15408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1"/>
            </a:solidFill>
            <a:ln>
              <a:noFill/>
            </a:ln>
          </p:spPr>
          <p:txBody>
            <a:bodyPr anchorCtr="0" anchor="ctr" bIns="77025" lIns="91425" spcFirstLastPara="1" rIns="91425" wrap="square" tIns="77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5" name="Google Shape;165;p39"/>
            <p:cNvSpPr/>
            <p:nvPr/>
          </p:nvSpPr>
          <p:spPr>
            <a:xfrm>
              <a:off x="4992120" y="4657680"/>
              <a:ext cx="70200" cy="70200"/>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1"/>
            </a:solidFill>
            <a:ln>
              <a:noFill/>
            </a:ln>
          </p:spPr>
          <p:txBody>
            <a:bodyPr anchorCtr="0" anchor="ctr" bIns="35275" lIns="91425" spcFirstLastPara="1" rIns="91425" wrap="square" tIns="35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6" name="Google Shape;166;p39"/>
            <p:cNvSpPr/>
            <p:nvPr/>
          </p:nvSpPr>
          <p:spPr>
            <a:xfrm>
              <a:off x="5094360" y="4741560"/>
              <a:ext cx="163800" cy="15408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1"/>
            </a:solidFill>
            <a:ln>
              <a:noFill/>
            </a:ln>
          </p:spPr>
          <p:txBody>
            <a:bodyPr anchorCtr="0" anchor="ctr" bIns="77025" lIns="91425" spcFirstLastPara="1" rIns="91425" wrap="square" tIns="77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67" name="Google Shape;167;p39"/>
          <p:cNvSpPr/>
          <p:nvPr/>
        </p:nvSpPr>
        <p:spPr>
          <a:xfrm>
            <a:off x="314280" y="3038400"/>
            <a:ext cx="1447560" cy="352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Please keep this slide for attribution</a:t>
            </a:r>
            <a:endParaRPr b="0" i="0" sz="1000" u="none" cap="none" strike="noStrike">
              <a:solidFill>
                <a:srgbClr val="FFFFFF"/>
              </a:solidFill>
              <a:latin typeface="Noto Sans Symbols"/>
              <a:ea typeface="Noto Sans Symbols"/>
              <a:cs typeface="Noto Sans Symbols"/>
              <a:sym typeface="Noto Sans Symbols"/>
            </a:endParaRPr>
          </a:p>
        </p:txBody>
      </p:sp>
      <p:sp>
        <p:nvSpPr>
          <p:cNvPr id="168" name="Google Shape;168;p39"/>
          <p:cNvSpPr/>
          <p:nvPr/>
        </p:nvSpPr>
        <p:spPr>
          <a:xfrm>
            <a:off x="5522400" y="4639680"/>
            <a:ext cx="268200" cy="273960"/>
          </a:xfrm>
          <a:custGeom>
            <a:rect b="b" l="l" r="r" t="t"/>
            <a:pathLst>
              <a:path extrusionOk="0" h="6860069" w="6712561">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theme/theme1.xml><?xml version="1.0" encoding="utf-8"?>
<a:theme xmlns:a="http://schemas.openxmlformats.org/drawingml/2006/main" xmlns:r="http://schemas.openxmlformats.org/officeDocument/2006/relationships" name="Lava Lamp Inspiration by Slidesgo">
  <a:themeElements>
    <a:clrScheme name="Simple Light">
      <a:dk1>
        <a:srgbClr val="FFFFFF"/>
      </a:dk1>
      <a:lt1>
        <a:srgbClr val="000000"/>
      </a:lt1>
      <a:dk2>
        <a:srgbClr val="FFFFFF"/>
      </a:dk2>
      <a:lt2>
        <a:srgbClr val="FFFFFF"/>
      </a:lt2>
      <a:accent1>
        <a:srgbClr val="ED5698"/>
      </a:accent1>
      <a:accent2>
        <a:srgbClr val="FA3863"/>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